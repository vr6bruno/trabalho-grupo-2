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Squada One" charset="1" panose="02000000000000000000"/>
      <p:regular r:id="rId22"/>
    </p:embeddedFont>
    <p:embeddedFont>
      <p:font typeface="Helvetica World" charset="1" panose="020B0500040000020004"/>
      <p:regular r:id="rId23"/>
    </p:embeddedFont>
    <p:embeddedFont>
      <p:font typeface="Helvetica World Bold" charset="1" panose="020B080004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34895" y="2848488"/>
            <a:ext cx="9418210" cy="242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73"/>
              </a:lnSpc>
            </a:pPr>
            <a:r>
              <a:rPr lang="en-US" sz="17197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GRUPO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0733" y="5350746"/>
            <a:ext cx="9418210" cy="101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GESTÃO DE RECURSOS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995169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74504" y="5089398"/>
            <a:ext cx="8138992" cy="53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2530" indent="-321265" lvl="1">
              <a:lnSpc>
                <a:spcPts val="4464"/>
              </a:lnSpc>
              <a:buFont typeface="Arial"/>
              <a:buChar char="•"/>
            </a:pPr>
            <a:r>
              <a:rPr lang="en-US" sz="2976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Gabriel da Silva Reboli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74504" y="3689648"/>
            <a:ext cx="8138992" cy="54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7675" indent="-333838" lvl="1">
              <a:lnSpc>
                <a:spcPts val="4638"/>
              </a:lnSpc>
              <a:buFont typeface="Arial"/>
              <a:buChar char="•"/>
            </a:pPr>
            <a:r>
              <a:rPr lang="en-US" sz="3092" spc="11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Arthur Martins do Nascimento de Jesus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74504" y="4408914"/>
            <a:ext cx="8138992" cy="5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411" indent="-323206" lvl="1">
              <a:lnSpc>
                <a:spcPts val="4491"/>
              </a:lnSpc>
              <a:buFont typeface="Arial"/>
              <a:buChar char="•"/>
            </a:pPr>
            <a:r>
              <a:rPr lang="en-US" sz="2994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Bruno Almonde Bragança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50259" y="1571046"/>
            <a:ext cx="9387483" cy="147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89"/>
              </a:lnSpc>
            </a:pPr>
            <a:r>
              <a:rPr lang="en-US" sz="94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Equipe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74504" y="5789617"/>
            <a:ext cx="8138992" cy="5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411" indent="-323206" lvl="1">
              <a:lnSpc>
                <a:spcPts val="4491"/>
              </a:lnSpc>
              <a:buFont typeface="Arial"/>
              <a:buChar char="•"/>
            </a:pPr>
            <a:r>
              <a:rPr lang="en-US" sz="2994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Lucas Girelli Bezerra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74504" y="6479626"/>
            <a:ext cx="8138992" cy="5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411" indent="-323206" lvl="1">
              <a:lnSpc>
                <a:spcPts val="4491"/>
              </a:lnSpc>
              <a:buFont typeface="Arial"/>
              <a:buChar char="•"/>
            </a:pPr>
            <a:r>
              <a:rPr lang="en-US" sz="2994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Michel Gonçalves Salles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29669" y="7165653"/>
            <a:ext cx="8083827" cy="5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411" indent="-323206" lvl="1">
              <a:lnSpc>
                <a:spcPts val="4491"/>
              </a:lnSpc>
              <a:buFont typeface="Arial"/>
              <a:buChar char="•"/>
            </a:pPr>
            <a:r>
              <a:rPr lang="en-US" sz="2994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Rodrigo Fassarella Leite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29669" y="7855662"/>
            <a:ext cx="8083827" cy="52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6411" indent="-323206" lvl="1">
              <a:lnSpc>
                <a:spcPts val="4491"/>
              </a:lnSpc>
              <a:buFont typeface="Arial"/>
              <a:buChar char="•"/>
            </a:pPr>
            <a:r>
              <a:rPr lang="en-US" sz="2994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Sofia Liuth Costa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87788" y="1607439"/>
            <a:ext cx="10112424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8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Projeto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50066" y="3073719"/>
            <a:ext cx="998786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projeto consiste em um sistema que permite o gerenciamento interno dos recursos de uma empresa, afim de permitir a rastreabilidade dos recursos.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50066" y="5648440"/>
            <a:ext cx="998786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 principais clientes são pequenas/médias empresas, e os usuários do sistema seriam pessoas solicitando recursos, gestores e gerentes.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10162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87788" y="1607439"/>
            <a:ext cx="10112424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8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Mudanças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95258" y="3028950"/>
            <a:ext cx="692064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Inicialmente tínhamos como atores: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Solicitante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Gestor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Administrador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55580" y="5883406"/>
            <a:ext cx="8543985" cy="269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Porém, percebemos que o ator </a:t>
            </a: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gestor </a:t>
            </a: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estava exercendo muitas funções no sistema, então decidimos dividir em 2 atores: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Gestor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Gerente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87788" y="1607439"/>
            <a:ext cx="10112424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8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Requisitos Funcionais (RF)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1001" y="3348240"/>
            <a:ext cx="6841997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Autenticar usuário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Gerenciar usuários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Gerenciar perfis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Gerenciar recursos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Consultar estoque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Registrar entrada/saída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Criar solicitação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35003" y="3343477"/>
            <a:ext cx="6841997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Cancelar solicitação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Validar solicitação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Verificar disponibilidade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Alterar estado da solicitação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Registrar movimentações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Consultar histórico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Impedir operações incompatíveis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538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83486" y="1375873"/>
            <a:ext cx="10112424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8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Requisitos Não Funcionais (RNF)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28465" y="2545061"/>
            <a:ext cx="523107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Características e Restrições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8020" y="4168573"/>
            <a:ext cx="6670804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 clientes não terão acesso direto ao Banco de Dados.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Personalização do ambiente para o cliente.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Não terá aplicativo mobile.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9176" y="4168573"/>
            <a:ext cx="6670804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Os usuários poderão ter mais de um perfil associado a eles.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Cada cliente poderá gerenciar um estoque unificado.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538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83486" y="1375873"/>
            <a:ext cx="10112424" cy="81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8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Requisitos Não Funcionais (RNF)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72444" y="2960317"/>
            <a:ext cx="11176767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senha dos usuários deve ser criptografada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sistema deve estar disponível 24h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maioria das operações de consulta e envio de dados devem durar menos de 2 segundos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 telas devem apresentar um design consistente entre si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 ser realizado um backup do ambiente 1 vez por dia.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5848011" y="8107438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87890" y="1299135"/>
            <a:ext cx="10249182" cy="7688731"/>
          </a:xfrm>
          <a:custGeom>
            <a:avLst/>
            <a:gdLst/>
            <a:ahLst/>
            <a:cxnLst/>
            <a:rect r="r" b="b" t="t" l="l"/>
            <a:pathLst>
              <a:path h="7688731" w="10249182">
                <a:moveTo>
                  <a:pt x="0" y="0"/>
                </a:moveTo>
                <a:lnTo>
                  <a:pt x="10249181" y="0"/>
                </a:lnTo>
                <a:lnTo>
                  <a:pt x="10249181" y="7688730"/>
                </a:lnTo>
                <a:lnTo>
                  <a:pt x="0" y="7688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2606" y="3605213"/>
            <a:ext cx="3632642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Casos de Uso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4538" y="114017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34157" y="2921951"/>
            <a:ext cx="11619686" cy="5758542"/>
          </a:xfrm>
          <a:custGeom>
            <a:avLst/>
            <a:gdLst/>
            <a:ahLst/>
            <a:cxnLst/>
            <a:rect r="r" b="b" t="t" l="l"/>
            <a:pathLst>
              <a:path h="5758542" w="11619686">
                <a:moveTo>
                  <a:pt x="0" y="0"/>
                </a:moveTo>
                <a:lnTo>
                  <a:pt x="11619686" y="0"/>
                </a:lnTo>
                <a:lnTo>
                  <a:pt x="11619686" y="5758541"/>
                </a:lnTo>
                <a:lnTo>
                  <a:pt x="0" y="5758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89126" y="1596983"/>
            <a:ext cx="850974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Casos de Uso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5848011" y="8107438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98947" y="2344639"/>
            <a:ext cx="11490107" cy="6749706"/>
          </a:xfrm>
          <a:custGeom>
            <a:avLst/>
            <a:gdLst/>
            <a:ahLst/>
            <a:cxnLst/>
            <a:rect r="r" b="b" t="t" l="l"/>
            <a:pathLst>
              <a:path h="6749706" w="11490107">
                <a:moveTo>
                  <a:pt x="0" y="0"/>
                </a:moveTo>
                <a:lnTo>
                  <a:pt x="11490106" y="0"/>
                </a:lnTo>
                <a:lnTo>
                  <a:pt x="11490106" y="6749706"/>
                </a:lnTo>
                <a:lnTo>
                  <a:pt x="0" y="6749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89126" y="1183130"/>
            <a:ext cx="850974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Casos de Uso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5848011" y="8107438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98401" y="3114850"/>
            <a:ext cx="8691199" cy="5690094"/>
          </a:xfrm>
          <a:custGeom>
            <a:avLst/>
            <a:gdLst/>
            <a:ahLst/>
            <a:cxnLst/>
            <a:rect r="r" b="b" t="t" l="l"/>
            <a:pathLst>
              <a:path h="5690094" w="8691199">
                <a:moveTo>
                  <a:pt x="0" y="0"/>
                </a:moveTo>
                <a:lnTo>
                  <a:pt x="8691198" y="0"/>
                </a:lnTo>
                <a:lnTo>
                  <a:pt x="8691198" y="5690095"/>
                </a:lnTo>
                <a:lnTo>
                  <a:pt x="0" y="56900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89126" y="1472530"/>
            <a:ext cx="850974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Casos de Uso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26662" y="1236576"/>
            <a:ext cx="10008040" cy="7813849"/>
          </a:xfrm>
          <a:custGeom>
            <a:avLst/>
            <a:gdLst/>
            <a:ahLst/>
            <a:cxnLst/>
            <a:rect r="r" b="b" t="t" l="l"/>
            <a:pathLst>
              <a:path h="7813849" w="10008040">
                <a:moveTo>
                  <a:pt x="0" y="0"/>
                </a:moveTo>
                <a:lnTo>
                  <a:pt x="10008040" y="0"/>
                </a:lnTo>
                <a:lnTo>
                  <a:pt x="10008040" y="7813848"/>
                </a:lnTo>
                <a:lnTo>
                  <a:pt x="0" y="78138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78941" y="4114800"/>
            <a:ext cx="4616619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Classe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68428" y="1975524"/>
            <a:ext cx="5623352" cy="6335951"/>
          </a:xfrm>
          <a:custGeom>
            <a:avLst/>
            <a:gdLst/>
            <a:ahLst/>
            <a:cxnLst/>
            <a:rect r="r" b="b" t="t" l="l"/>
            <a:pathLst>
              <a:path h="6335951" w="5623352">
                <a:moveTo>
                  <a:pt x="0" y="0"/>
                </a:moveTo>
                <a:lnTo>
                  <a:pt x="5623352" y="0"/>
                </a:lnTo>
                <a:lnTo>
                  <a:pt x="5623352" y="6335952"/>
                </a:lnTo>
                <a:lnTo>
                  <a:pt x="0" y="63359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8230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96220" y="4114800"/>
            <a:ext cx="4780765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Sequência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69921" y="3425249"/>
            <a:ext cx="5671942" cy="5341067"/>
          </a:xfrm>
          <a:custGeom>
            <a:avLst/>
            <a:gdLst/>
            <a:ahLst/>
            <a:cxnLst/>
            <a:rect r="r" b="b" t="t" l="l"/>
            <a:pathLst>
              <a:path h="5341067" w="5671942">
                <a:moveTo>
                  <a:pt x="0" y="0"/>
                </a:moveTo>
                <a:lnTo>
                  <a:pt x="5671941" y="0"/>
                </a:lnTo>
                <a:lnTo>
                  <a:pt x="5671941" y="5341067"/>
                </a:lnTo>
                <a:lnTo>
                  <a:pt x="0" y="53410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8136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46138" y="3793249"/>
            <a:ext cx="4207492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Sequência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869921" y="1520684"/>
            <a:ext cx="5671942" cy="1904565"/>
          </a:xfrm>
          <a:custGeom>
            <a:avLst/>
            <a:gdLst/>
            <a:ahLst/>
            <a:cxnLst/>
            <a:rect r="r" b="b" t="t" l="l"/>
            <a:pathLst>
              <a:path h="1904565" w="5671942">
                <a:moveTo>
                  <a:pt x="0" y="0"/>
                </a:moveTo>
                <a:lnTo>
                  <a:pt x="5671941" y="0"/>
                </a:lnTo>
                <a:lnTo>
                  <a:pt x="5671941" y="1904565"/>
                </a:lnTo>
                <a:lnTo>
                  <a:pt x="0" y="19045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511732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34371" y="1028700"/>
            <a:ext cx="8161649" cy="8229600"/>
          </a:xfrm>
          <a:custGeom>
            <a:avLst/>
            <a:gdLst/>
            <a:ahLst/>
            <a:cxnLst/>
            <a:rect r="r" b="b" t="t" l="l"/>
            <a:pathLst>
              <a:path h="8229600" w="8161649">
                <a:moveTo>
                  <a:pt x="0" y="0"/>
                </a:moveTo>
                <a:lnTo>
                  <a:pt x="8161649" y="0"/>
                </a:lnTo>
                <a:lnTo>
                  <a:pt x="81616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98303" y="4114800"/>
            <a:ext cx="4097387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Diagrama de Atividades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43393" y="3797726"/>
            <a:ext cx="13201214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Atualmente o andamento do projeto ficou focado na construção do esboço do sistema.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Até o momento, c</a:t>
            </a: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ada integrante do grupo ficou responsável por uma parte dos diagramas.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1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Como próximos passos temos que definir o nome do sistema, a arquitetura, e começar a prototipar as telas do ambiente.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66233" y="1578031"/>
            <a:ext cx="975553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0"/>
              </a:lnSpc>
              <a:spcBef>
                <a:spcPct val="0"/>
              </a:spcBef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Encerramento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DAHTPd65Lz0</dc:identifier>
  <dcterms:modified xsi:type="dcterms:W3CDTF">2011-08-01T06:04:30Z</dcterms:modified>
  <cp:revision>1</cp:revision>
  <dc:title>Apresentação 2 - Grupo 2 - SOFTWARE</dc:title>
</cp:coreProperties>
</file>